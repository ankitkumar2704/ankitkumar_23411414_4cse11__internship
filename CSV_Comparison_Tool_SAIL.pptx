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16193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365760"/>
            <a:ext cx="2194560" cy="2194560"/>
          </a:xfrm>
          <a:prstGeom prst="ellipse">
            <a:avLst/>
          </a:prstGeom>
          <a:solidFill>
            <a:srgbClr val="0078D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6193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AUTHORITY OF INDIA LIMITED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Vocational Training Project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Comparison Tool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Data Comparison &amp; Audit Utility for BSL, Bokaro Steel Plant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2926080" cy="0"/>
          </a:xfrm>
          <a:prstGeom prst="line">
            <a:avLst/>
          </a:prstGeom>
          <a:noFill/>
          <a:ln w="38100">
            <a:solidFill>
              <a:srgbClr val="0078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B.Tech CSE, IILM University, Greater Noida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Chandan Kumar, AGM (C &amp; IT), SAIL Bokaro Steel 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Duration: 02 June 2025 – 28 June 2025   |   URN: 5913893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Organizational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5074920"/>
          </a:xfrm>
          <a:prstGeom prst="rect">
            <a:avLst>
              <a:gd name="adj" fmla="val 144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Steel Industry &amp; SAIL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2nd-largest crude steel producer in the world.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is a leading public sector undertaking, supporting over 2 million jobs directly and indirectly.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Bokaro Steel Plant (BSL) is SAIL's 4th integrated steel plant, with a liquid steel capacity of 5.25 MT, expanding to 7.55 MT by 2025.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automation (SCADA/DCS), ERP systems, predictive maintenance, and quality analytics across the plant.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5349240" cy="5074920"/>
          </a:xfrm>
          <a:prstGeom prst="rect">
            <a:avLst>
              <a:gd name="adj" fmla="val 144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Snapshot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37960" y="2011680"/>
            <a:ext cx="201168" cy="201168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9" name="Text 7"/>
          <p:cNvSpPr/>
          <p:nvPr/>
        </p:nvSpPr>
        <p:spPr>
          <a:xfrm>
            <a:off x="690372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2221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Bokaro Steel Plant, C &amp; IT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852928"/>
            <a:ext cx="201168" cy="201168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7614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03720" y="3063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(02 Jun – 28 Jun 2025)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3694176"/>
            <a:ext cx="201168" cy="201168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60273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03720" y="39044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HR &amp; Payroll Data Auditing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4535424"/>
            <a:ext cx="201168" cy="201168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444398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47457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932+ live employee records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5376672"/>
            <a:ext cx="201168" cy="201168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52852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55869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CSV Comparator built in Python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Comparison Tool  |  SAIL Vocational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828800"/>
          </a:xfrm>
          <a:prstGeom prst="rect">
            <a:avLst>
              <a:gd name="adj" fmla="val 30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with Python's Tkinter that compares master and updated (slave) CSV/Excel datasets, automatically detecting field-level changes and new records — with real-time search, navigation, and one-click Excel report export for HR, finance, and IT audit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7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comparing large CSV files to spot updates, new entries, or errors is slow, error-prone, and unscalable — existing spreadsheet tools lack detailed field-level tracking.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2121408" cy="1691640"/>
          </a:xfrm>
          <a:prstGeom prst="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4956048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files by unique key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98064" y="4389120"/>
            <a:ext cx="2121408" cy="1691640"/>
          </a:xfrm>
          <a:prstGeom prst="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935224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35224" y="4956048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field-level differences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47488" y="4389120"/>
            <a:ext cx="2121408" cy="1691640"/>
          </a:xfrm>
          <a:prstGeom prst="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84648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84648" y="4956048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new entries in either file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96912" y="4389120"/>
            <a:ext cx="2121408" cy="1691640"/>
          </a:xfrm>
          <a:prstGeom prst="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34072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34072" y="4956048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browsing &amp; search UI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46336" y="4389120"/>
            <a:ext cx="2121408" cy="1691640"/>
          </a:xfrm>
          <a:prstGeom prst="rect">
            <a:avLst>
              <a:gd name="adj" fmla="val 324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83496" y="44988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83496" y="4956048"/>
            <a:ext cx="18470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to readable Excel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Comparison Tool  |  SAIL Vocational Training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16733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</a:t>
            </a:r>
            <a:pPr indent="0" marL="0">
              <a:buNone/>
            </a:pPr>
            <a:r>
              <a:rPr lang="en-US" sz="13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65760" cy="365760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Framework:  </a:t>
            </a:r>
            <a:pPr indent="0" marL="0">
              <a:buNone/>
            </a:pPr>
            <a:r>
              <a:rPr lang="en-US" sz="13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65760" cy="365760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8072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Handling:  </a:t>
            </a:r>
            <a:pPr indent="0" marL="0">
              <a:buNone/>
            </a:pPr>
            <a:r>
              <a:rPr lang="en-US" sz="13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csv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65760" cy="365760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337413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Output:  </a:t>
            </a:r>
            <a:pPr indent="0" marL="0">
              <a:buNone/>
            </a:pPr>
            <a:r>
              <a:rPr lang="en-US" sz="13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 via pandas)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365760" cy="365760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39410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Notifications:  </a:t>
            </a:r>
            <a:pPr indent="0" marL="0">
              <a:buNone/>
            </a:pPr>
            <a:r>
              <a:rPr lang="en-US" sz="130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(automated email reports)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0" y="1234440"/>
            <a:ext cx="0" cy="5029200"/>
          </a:xfrm>
          <a:prstGeom prst="line">
            <a:avLst/>
          </a:prstGeom>
          <a:noFill/>
          <a:ln w="19050">
            <a:solidFill>
              <a:srgbClr val="D9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188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 Overcome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394960" cy="896112"/>
          </a:xfrm>
          <a:prstGeom prst="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7647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 Compatibility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reading both .csv and .xlsx inputs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697480"/>
            <a:ext cx="5394960" cy="896112"/>
          </a:xfrm>
          <a:prstGeom prst="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770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Accuracy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063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Column-by-column diffing to flag only real changes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3703320"/>
            <a:ext cx="5394960" cy="896112"/>
          </a:xfrm>
          <a:prstGeom prst="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3776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Missing Values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4069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Special-case logic for mismatched blank fields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709160"/>
            <a:ext cx="5394960" cy="896112"/>
          </a:xfrm>
          <a:prstGeom prst="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7823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GUI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5074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Tkinter interface usable by non-technical staff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5715000"/>
            <a:ext cx="5394960" cy="896112"/>
          </a:xfrm>
          <a:prstGeom prst="rect">
            <a:avLst>
              <a:gd name="adj" fmla="val 5102"/>
            </a:avLst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57881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 Reliability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6080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file-save handling without open/lock errors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Comparison Tool  |  SAIL Vocational Training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 Action —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loads master &amp; updated CSV files, runs the comparison, and instantly renders field-level changes with export &amp; email options.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75895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7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proj/output_screen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740664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549640" y="2203704"/>
            <a:ext cx="82296" cy="82296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20299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Comparison — one-click diff engine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49640" y="2916936"/>
            <a:ext cx="82296" cy="82296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2743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Changes / Count / New Joiners reports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549640" y="3630168"/>
            <a:ext cx="82296" cy="82296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2" name="Text 9"/>
          <p:cNvSpPr/>
          <p:nvPr/>
        </p:nvSpPr>
        <p:spPr>
          <a:xfrm>
            <a:off x="8732520" y="345643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table with search &amp; scroll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49640" y="4343400"/>
            <a:ext cx="82296" cy="82296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4" name="Text 11"/>
          <p:cNvSpPr/>
          <p:nvPr/>
        </p:nvSpPr>
        <p:spPr>
          <a:xfrm>
            <a:off x="8732520" y="416966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Excel export of comparison output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49640" y="5056632"/>
            <a:ext cx="82296" cy="82296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6" name="Text 13"/>
          <p:cNvSpPr/>
          <p:nvPr/>
        </p:nvSpPr>
        <p:spPr>
          <a:xfrm>
            <a:off x="8732520" y="488289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email delivery of generated reports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Comparison Tool  |  SAIL Vocational Training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Comparator successfully delivers an efficient, user-friendly tool for identifying and analyzing differences between HR and payroll datasets. Leveraging Python's pandas and Tkinter, it enables fast, accurate key-column comparisons, flags discrepancies, and tracks new entries — validated on 932+ live employee records.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Delivered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47872"/>
            <a:ext cx="146304" cy="146304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comparison of large HR/payroll datasets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005072"/>
            <a:ext cx="146304" cy="146304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tracking of employee updates &amp; new joiners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62272"/>
            <a:ext cx="146304" cy="146304"/>
          </a:xfrm>
          <a:prstGeom prst="ellipse">
            <a:avLst/>
          </a:prstGeom>
          <a:solidFill>
            <a:srgbClr val="0078D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Excel exports with automated email delivery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063240"/>
            <a:ext cx="5120640" cy="2880360"/>
          </a:xfrm>
          <a:prstGeom prst="rect">
            <a:avLst>
              <a:gd name="adj" fmla="val 254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66560" y="3822192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batch comparison support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444398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4325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data-handling &amp; validation rules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5065776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494690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for automated syncing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  |  B.Tech CSE, IILM University  |  SAIL Vocational Training, Bokaro Steel Plant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2026-08-17T13:25:16Z</dcterms:created>
  <dcterms:modified xsi:type="dcterms:W3CDTF">2026-08-17T13:25:16Z</dcterms:modified>
</cp:coreProperties>
</file>